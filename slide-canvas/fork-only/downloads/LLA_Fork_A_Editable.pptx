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action. The right road offers exercise, food choices, sleep, or creating your personal protocol through the Longevity Blueprint. The image is a metaphor, not a guarantee of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lide-recovery/slide-canvas/fork-only/art/fork-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workspace/slide-recovery/slide-canvas/fork-only/art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50" y="619125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Take action.</a:t>
            </a:r>
            <a:endParaRPr lang="en-US" sz="8850" dirty="0"/>
          </a:p>
        </p:txBody>
      </p:sp>
      <p:sp>
        <p:nvSpPr>
          <p:cNvPr id="5" name="Text 1"/>
          <p:cNvSpPr/>
          <p:nvPr/>
        </p:nvSpPr>
        <p:spPr>
          <a:xfrm>
            <a:off x="7953375" y="752475"/>
            <a:ext cx="923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0" i="1" dirty="0">
                <a:solidFill>
                  <a:srgbClr val="70E6D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one thing.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1000125" y="63817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CFD7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 nothing.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1047750" y="7239000"/>
            <a:ext cx="5810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25" dirty="0">
                <a:solidFill>
                  <a:srgbClr val="AA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same habits.</a:t>
            </a:r>
            <a:endParaRPr lang="en-US" sz="2625" dirty="0"/>
          </a:p>
        </p:txBody>
      </p:sp>
      <p:sp>
        <p:nvSpPr>
          <p:cNvPr id="8" name="Text 4"/>
          <p:cNvSpPr/>
          <p:nvPr/>
        </p:nvSpPr>
        <p:spPr>
          <a:xfrm>
            <a:off x="11430000" y="2762250"/>
            <a:ext cx="6191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action.</a:t>
            </a:r>
            <a:endParaRPr lang="en-US" sz="5100" dirty="0"/>
          </a:p>
        </p:txBody>
      </p:sp>
      <p:sp>
        <p:nvSpPr>
          <p:cNvPr id="9" name="Text 5"/>
          <p:cNvSpPr/>
          <p:nvPr/>
        </p:nvSpPr>
        <p:spPr>
          <a:xfrm>
            <a:off x="11477625" y="36004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C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a longer, healthier life.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0572750" y="8334375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Move more.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572750" y="8858250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Walk. Build strength.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12334875" y="8334375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Eat better.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2334875" y="8858250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your sugar.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14097000" y="8334375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Sleep better.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4097000" y="8858250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your rest.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15906750" y="8334375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2D59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protocol.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5906750" y="8858250"/>
            <a:ext cx="2000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Longevity Blueprint</a:t>
            </a:r>
            <a:endParaRPr lang="en-US" sz="1725" dirty="0"/>
          </a:p>
        </p:txBody>
      </p:sp>
      <p:pic>
        <p:nvPicPr>
          <p:cNvPr id="18" name="Image 2" descr="/home/user/workspace/slide-recovery/slide-canvas/fork-only/art/lla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128342"/>
            <a:ext cx="1714500" cy="777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action: a clear fork in the road</dc:title>
  <dc:subject>PptxGenJS Presentation</dc:subject>
  <dc:creator>Longevity Life Academy</dc:creator>
  <cp:lastModifiedBy>Longevity Life Academy</cp:lastModifiedBy>
  <cp:revision>1</cp:revision>
  <dcterms:created xsi:type="dcterms:W3CDTF">2026-10-26T12:05:20Z</dcterms:created>
  <dcterms:modified xsi:type="dcterms:W3CDTF">2026-10-26T12:05:20Z</dcterms:modified>
</cp:coreProperties>
</file>