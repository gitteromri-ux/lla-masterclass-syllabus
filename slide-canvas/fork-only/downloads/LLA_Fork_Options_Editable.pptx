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47750" y="619125"/>
            <a:ext cx="857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953375" y="752475"/>
            <a:ext cx="92392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70E6D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1000125" y="63817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CFD7E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1047750" y="7239000"/>
            <a:ext cx="5810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25" dirty="0">
                <a:solidFill>
                  <a:srgbClr val="AAB8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same habits.</a:t>
            </a:r>
            <a:endParaRPr lang="en-US" sz="2625" dirty="0"/>
          </a:p>
        </p:txBody>
      </p:sp>
      <p:sp>
        <p:nvSpPr>
          <p:cNvPr id="8" name="Text 4"/>
          <p:cNvSpPr/>
          <p:nvPr/>
        </p:nvSpPr>
        <p:spPr>
          <a:xfrm>
            <a:off x="11430000" y="2762250"/>
            <a:ext cx="619125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1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5100" dirty="0"/>
          </a:p>
        </p:txBody>
      </p:sp>
      <p:sp>
        <p:nvSpPr>
          <p:cNvPr id="9" name="Text 5"/>
          <p:cNvSpPr/>
          <p:nvPr/>
        </p:nvSpPr>
        <p:spPr>
          <a:xfrm>
            <a:off x="11477625" y="36004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CEF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healthier life.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10572750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Move more.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10572750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Walk. Build strength.</a:t>
            </a:r>
            <a:endParaRPr lang="en-US" sz="1725" dirty="0"/>
          </a:p>
        </p:txBody>
      </p:sp>
      <p:sp>
        <p:nvSpPr>
          <p:cNvPr id="12" name="Text 8"/>
          <p:cNvSpPr/>
          <p:nvPr/>
        </p:nvSpPr>
        <p:spPr>
          <a:xfrm>
            <a:off x="12334875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Eat better.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2334875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your sugar.</a:t>
            </a:r>
            <a:endParaRPr lang="en-US" sz="1725" dirty="0"/>
          </a:p>
        </p:txBody>
      </p:sp>
      <p:sp>
        <p:nvSpPr>
          <p:cNvPr id="14" name="Text 10"/>
          <p:cNvSpPr/>
          <p:nvPr/>
        </p:nvSpPr>
        <p:spPr>
          <a:xfrm>
            <a:off x="14097000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Sleep better.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14097000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your rest.</a:t>
            </a:r>
            <a:endParaRPr lang="en-US" sz="1725" dirty="0"/>
          </a:p>
        </p:txBody>
      </p:sp>
      <p:sp>
        <p:nvSpPr>
          <p:cNvPr id="16" name="Text 12"/>
          <p:cNvSpPr/>
          <p:nvPr/>
        </p:nvSpPr>
        <p:spPr>
          <a:xfrm>
            <a:off x="15906750" y="8334375"/>
            <a:ext cx="2190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2D5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protocol.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15906750" y="8858250"/>
            <a:ext cx="20002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</a:t>
            </a:r>
            <a:endParaRPr lang="en-US" sz="172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47750" y="619125"/>
            <a:ext cx="857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953375" y="752475"/>
            <a:ext cx="92392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70E6D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1000125" y="63817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CFD7E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1047750" y="7239000"/>
            <a:ext cx="5810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25" dirty="0">
                <a:solidFill>
                  <a:srgbClr val="AAB8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same habits.</a:t>
            </a:r>
            <a:endParaRPr lang="en-US" sz="2625" dirty="0"/>
          </a:p>
        </p:txBody>
      </p:sp>
      <p:sp>
        <p:nvSpPr>
          <p:cNvPr id="8" name="Text 4"/>
          <p:cNvSpPr/>
          <p:nvPr/>
        </p:nvSpPr>
        <p:spPr>
          <a:xfrm>
            <a:off x="11430000" y="2762250"/>
            <a:ext cx="619125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1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5100" dirty="0"/>
          </a:p>
        </p:txBody>
      </p:sp>
      <p:sp>
        <p:nvSpPr>
          <p:cNvPr id="9" name="Text 5"/>
          <p:cNvSpPr/>
          <p:nvPr/>
        </p:nvSpPr>
        <p:spPr>
          <a:xfrm>
            <a:off x="11477625" y="36004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CEF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healthier life.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10572750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Move more.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10572750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Walk. Build strength.</a:t>
            </a:r>
            <a:endParaRPr lang="en-US" sz="1725" dirty="0"/>
          </a:p>
        </p:txBody>
      </p:sp>
      <p:sp>
        <p:nvSpPr>
          <p:cNvPr id="12" name="Text 8"/>
          <p:cNvSpPr/>
          <p:nvPr/>
        </p:nvSpPr>
        <p:spPr>
          <a:xfrm>
            <a:off x="12334875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Eat better.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2334875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your sugar.</a:t>
            </a:r>
            <a:endParaRPr lang="en-US" sz="1725" dirty="0"/>
          </a:p>
        </p:txBody>
      </p:sp>
      <p:sp>
        <p:nvSpPr>
          <p:cNvPr id="14" name="Text 10"/>
          <p:cNvSpPr/>
          <p:nvPr/>
        </p:nvSpPr>
        <p:spPr>
          <a:xfrm>
            <a:off x="14097000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Sleep better.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14097000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your rest.</a:t>
            </a:r>
            <a:endParaRPr lang="en-US" sz="1725" dirty="0"/>
          </a:p>
        </p:txBody>
      </p:sp>
      <p:sp>
        <p:nvSpPr>
          <p:cNvPr id="16" name="Text 12"/>
          <p:cNvSpPr/>
          <p:nvPr/>
        </p:nvSpPr>
        <p:spPr>
          <a:xfrm>
            <a:off x="15906750" y="8334375"/>
            <a:ext cx="2190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2D5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protocol.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15906750" y="8858250"/>
            <a:ext cx="20002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</a:t>
            </a:r>
            <a:endParaRPr lang="en-US" sz="172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47750" y="619125"/>
            <a:ext cx="857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953375" y="752475"/>
            <a:ext cx="92392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70E6D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1000125" y="63817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CFD7E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1047750" y="7239000"/>
            <a:ext cx="5810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25" dirty="0">
                <a:solidFill>
                  <a:srgbClr val="AAB8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same habits.</a:t>
            </a:r>
            <a:endParaRPr lang="en-US" sz="2625" dirty="0"/>
          </a:p>
        </p:txBody>
      </p:sp>
      <p:sp>
        <p:nvSpPr>
          <p:cNvPr id="8" name="Text 4"/>
          <p:cNvSpPr/>
          <p:nvPr/>
        </p:nvSpPr>
        <p:spPr>
          <a:xfrm>
            <a:off x="11430000" y="2762250"/>
            <a:ext cx="619125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1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5100" dirty="0"/>
          </a:p>
        </p:txBody>
      </p:sp>
      <p:sp>
        <p:nvSpPr>
          <p:cNvPr id="9" name="Text 5"/>
          <p:cNvSpPr/>
          <p:nvPr/>
        </p:nvSpPr>
        <p:spPr>
          <a:xfrm>
            <a:off x="11477625" y="36004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CEF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healthier life.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10572750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Move more.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10572750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Walk. Build strength.</a:t>
            </a:r>
            <a:endParaRPr lang="en-US" sz="1725" dirty="0"/>
          </a:p>
        </p:txBody>
      </p:sp>
      <p:sp>
        <p:nvSpPr>
          <p:cNvPr id="12" name="Text 8"/>
          <p:cNvSpPr/>
          <p:nvPr/>
        </p:nvSpPr>
        <p:spPr>
          <a:xfrm>
            <a:off x="12334875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Eat better.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2334875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your sugar.</a:t>
            </a:r>
            <a:endParaRPr lang="en-US" sz="1725" dirty="0"/>
          </a:p>
        </p:txBody>
      </p:sp>
      <p:sp>
        <p:nvSpPr>
          <p:cNvPr id="14" name="Text 10"/>
          <p:cNvSpPr/>
          <p:nvPr/>
        </p:nvSpPr>
        <p:spPr>
          <a:xfrm>
            <a:off x="14097000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Sleep better.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14097000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your rest.</a:t>
            </a:r>
            <a:endParaRPr lang="en-US" sz="1725" dirty="0"/>
          </a:p>
        </p:txBody>
      </p:sp>
      <p:sp>
        <p:nvSpPr>
          <p:cNvPr id="16" name="Text 12"/>
          <p:cNvSpPr/>
          <p:nvPr/>
        </p:nvSpPr>
        <p:spPr>
          <a:xfrm>
            <a:off x="15906750" y="8334375"/>
            <a:ext cx="2190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2D5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protocol.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15906750" y="8858250"/>
            <a:ext cx="20002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</a:t>
            </a:r>
            <a:endParaRPr lang="en-US" sz="172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action: a clear fork in the road</dc:title>
  <dc:subject>PptxGenJS Presentation</dc:subject>
  <dc:creator>Longevity Life Academy</dc:creator>
  <cp:lastModifiedBy>Longevity Life Academy</cp:lastModifiedBy>
  <cp:revision>1</cp:revision>
  <dcterms:created xsi:type="dcterms:W3CDTF">2026-10-26T12:05:20Z</dcterms:created>
  <dcterms:modified xsi:type="dcterms:W3CDTF">2026-10-26T12:05:20Z</dcterms:modified>
</cp:coreProperties>
</file>