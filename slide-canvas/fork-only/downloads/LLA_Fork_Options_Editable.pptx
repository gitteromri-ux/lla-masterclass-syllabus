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457200"/>
            <a:ext cx="8572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715250" y="590550"/>
            <a:ext cx="9810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714375" y="68580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762000" y="771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 is the default.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3335000" y="2143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50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4950" dirty="0"/>
          </a:p>
        </p:txBody>
      </p:sp>
      <p:sp>
        <p:nvSpPr>
          <p:cNvPr id="9" name="Text 5"/>
          <p:cNvSpPr/>
          <p:nvPr/>
        </p:nvSpPr>
        <p:spPr>
          <a:xfrm>
            <a:off x="13382625" y="2905125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9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better life.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3335000" y="36671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moving.</a:t>
            </a:r>
            <a:endParaRPr lang="en-US" sz="3675" dirty="0"/>
          </a:p>
        </p:txBody>
      </p:sp>
      <p:sp>
        <p:nvSpPr>
          <p:cNvPr id="11" name="Text 7"/>
          <p:cNvSpPr/>
          <p:nvPr/>
        </p:nvSpPr>
        <p:spPr>
          <a:xfrm>
            <a:off x="13382625" y="4333875"/>
            <a:ext cx="4524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brisk walk after your biggest meal. Strength twice a week.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335000" y="5334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Watch your sugar.</a:t>
            </a:r>
            <a:endParaRPr lang="en-US" sz="3675" dirty="0"/>
          </a:p>
        </p:txBody>
      </p:sp>
      <p:sp>
        <p:nvSpPr>
          <p:cNvPr id="13" name="Text 9"/>
          <p:cNvSpPr/>
          <p:nvPr/>
        </p:nvSpPr>
        <p:spPr>
          <a:xfrm>
            <a:off x="13382625" y="6000750"/>
            <a:ext cx="45243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 and fiber first. Fewer spikes.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3335000" y="6858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Protect your sleep.</a:t>
            </a:r>
            <a:endParaRPr lang="en-US" sz="3675" dirty="0"/>
          </a:p>
        </p:txBody>
      </p:sp>
      <p:sp>
        <p:nvSpPr>
          <p:cNvPr id="15" name="Text 11"/>
          <p:cNvSpPr/>
          <p:nvPr/>
        </p:nvSpPr>
        <p:spPr>
          <a:xfrm>
            <a:off x="13382625" y="7524750"/>
            <a:ext cx="4524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meal three hours before bed.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3335000" y="8334375"/>
            <a:ext cx="457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25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protocol, with us.</a:t>
            </a:r>
            <a:endParaRPr lang="en-US" sz="3525" dirty="0"/>
          </a:p>
        </p:txBody>
      </p:sp>
      <p:sp>
        <p:nvSpPr>
          <p:cNvPr id="17" name="Text 13"/>
          <p:cNvSpPr/>
          <p:nvPr/>
        </p:nvSpPr>
        <p:spPr>
          <a:xfrm>
            <a:off x="13382625" y="9001125"/>
            <a:ext cx="4524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75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Blueprint. Eighteen live weeks, your numbers, a written protocol you keep.</a:t>
            </a:r>
            <a:endParaRPr lang="en-US" sz="217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457200"/>
            <a:ext cx="8572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715250" y="590550"/>
            <a:ext cx="9810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714375" y="68580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762000" y="771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 is the default.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3335000" y="2143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50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4950" dirty="0"/>
          </a:p>
        </p:txBody>
      </p:sp>
      <p:sp>
        <p:nvSpPr>
          <p:cNvPr id="9" name="Text 5"/>
          <p:cNvSpPr/>
          <p:nvPr/>
        </p:nvSpPr>
        <p:spPr>
          <a:xfrm>
            <a:off x="13382625" y="2905125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9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better life.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3335000" y="36671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moving.</a:t>
            </a:r>
            <a:endParaRPr lang="en-US" sz="3675" dirty="0"/>
          </a:p>
        </p:txBody>
      </p:sp>
      <p:sp>
        <p:nvSpPr>
          <p:cNvPr id="11" name="Text 7"/>
          <p:cNvSpPr/>
          <p:nvPr/>
        </p:nvSpPr>
        <p:spPr>
          <a:xfrm>
            <a:off x="13382625" y="4333875"/>
            <a:ext cx="4524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brisk walk after your biggest meal. Strength twice a week.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335000" y="5334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Watch your sugar.</a:t>
            </a:r>
            <a:endParaRPr lang="en-US" sz="3675" dirty="0"/>
          </a:p>
        </p:txBody>
      </p:sp>
      <p:sp>
        <p:nvSpPr>
          <p:cNvPr id="13" name="Text 9"/>
          <p:cNvSpPr/>
          <p:nvPr/>
        </p:nvSpPr>
        <p:spPr>
          <a:xfrm>
            <a:off x="13382625" y="6000750"/>
            <a:ext cx="45243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 and fiber first. Fewer spikes.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3335000" y="6858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Protect your sleep.</a:t>
            </a:r>
            <a:endParaRPr lang="en-US" sz="3675" dirty="0"/>
          </a:p>
        </p:txBody>
      </p:sp>
      <p:sp>
        <p:nvSpPr>
          <p:cNvPr id="15" name="Text 11"/>
          <p:cNvSpPr/>
          <p:nvPr/>
        </p:nvSpPr>
        <p:spPr>
          <a:xfrm>
            <a:off x="13382625" y="7524750"/>
            <a:ext cx="4524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meal three hours before bed.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3335000" y="8334375"/>
            <a:ext cx="457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25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protocol, with us.</a:t>
            </a:r>
            <a:endParaRPr lang="en-US" sz="3525" dirty="0"/>
          </a:p>
        </p:txBody>
      </p:sp>
      <p:sp>
        <p:nvSpPr>
          <p:cNvPr id="17" name="Text 13"/>
          <p:cNvSpPr/>
          <p:nvPr/>
        </p:nvSpPr>
        <p:spPr>
          <a:xfrm>
            <a:off x="13382625" y="9001125"/>
            <a:ext cx="4524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75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Blueprint. Eighteen live weeks, your numbers, a written protocol you keep.</a:t>
            </a:r>
            <a:endParaRPr lang="en-US" sz="217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457200"/>
            <a:ext cx="8572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715250" y="590550"/>
            <a:ext cx="9810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714375" y="68580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762000" y="771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 is the default.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3335000" y="2143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50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4950" dirty="0"/>
          </a:p>
        </p:txBody>
      </p:sp>
      <p:sp>
        <p:nvSpPr>
          <p:cNvPr id="9" name="Text 5"/>
          <p:cNvSpPr/>
          <p:nvPr/>
        </p:nvSpPr>
        <p:spPr>
          <a:xfrm>
            <a:off x="13382625" y="2905125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9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better life.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3335000" y="36671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moving.</a:t>
            </a:r>
            <a:endParaRPr lang="en-US" sz="3675" dirty="0"/>
          </a:p>
        </p:txBody>
      </p:sp>
      <p:sp>
        <p:nvSpPr>
          <p:cNvPr id="11" name="Text 7"/>
          <p:cNvSpPr/>
          <p:nvPr/>
        </p:nvSpPr>
        <p:spPr>
          <a:xfrm>
            <a:off x="13382625" y="4333875"/>
            <a:ext cx="4524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brisk walk after your biggest meal. Strength twice a week.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335000" y="5334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Watch your sugar.</a:t>
            </a:r>
            <a:endParaRPr lang="en-US" sz="3675" dirty="0"/>
          </a:p>
        </p:txBody>
      </p:sp>
      <p:sp>
        <p:nvSpPr>
          <p:cNvPr id="13" name="Text 9"/>
          <p:cNvSpPr/>
          <p:nvPr/>
        </p:nvSpPr>
        <p:spPr>
          <a:xfrm>
            <a:off x="13382625" y="6000750"/>
            <a:ext cx="45243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 and fiber first. Fewer spikes.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3335000" y="6858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Protect your sleep.</a:t>
            </a:r>
            <a:endParaRPr lang="en-US" sz="3675" dirty="0"/>
          </a:p>
        </p:txBody>
      </p:sp>
      <p:sp>
        <p:nvSpPr>
          <p:cNvPr id="15" name="Text 11"/>
          <p:cNvSpPr/>
          <p:nvPr/>
        </p:nvSpPr>
        <p:spPr>
          <a:xfrm>
            <a:off x="13382625" y="7524750"/>
            <a:ext cx="4524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meal three hours before bed.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3335000" y="8334375"/>
            <a:ext cx="457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25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protocol, with us.</a:t>
            </a:r>
            <a:endParaRPr lang="en-US" sz="3525" dirty="0"/>
          </a:p>
        </p:txBody>
      </p:sp>
      <p:sp>
        <p:nvSpPr>
          <p:cNvPr id="17" name="Text 13"/>
          <p:cNvSpPr/>
          <p:nvPr/>
        </p:nvSpPr>
        <p:spPr>
          <a:xfrm>
            <a:off x="13382625" y="9001125"/>
            <a:ext cx="4524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75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Blueprint. Eighteen live weeks, your numbers, a written protocol you keep.</a:t>
            </a:r>
            <a:endParaRPr lang="en-US" sz="217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action: a clear fork in the road</dc:title>
  <dc:subject>PptxGenJS Presentation</dc:subject>
  <dc:creator>Longevity Life Academy</dc:creator>
  <cp:lastModifiedBy>Longevity Life Academy</cp:lastModifiedBy>
  <cp:revision>1</cp:revision>
  <dcterms:created xsi:type="dcterms:W3CDTF">2026-10-26T13:13:11Z</dcterms:created>
  <dcterms:modified xsi:type="dcterms:W3CDTF">2026-10-26T13:13:11Z</dcterms:modified>
</cp:coreProperties>
</file>