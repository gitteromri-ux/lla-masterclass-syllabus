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one action. The right road offers exercise, food choices, sleep, or creating your personal protocol through the Longevity Blueprint. The image is a metaphor, not a guarantee of an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slide-recovery/slide-canvas/fork-only/art/fork-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/home/user/workspace/slide-recovery/slide-canvas/fork-only/art/scri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62000" y="457200"/>
            <a:ext cx="8572500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50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Take action.</a:t>
            </a:r>
            <a:endParaRPr lang="en-US" sz="8850" dirty="0"/>
          </a:p>
        </p:txBody>
      </p:sp>
      <p:sp>
        <p:nvSpPr>
          <p:cNvPr id="5" name="Text 1"/>
          <p:cNvSpPr/>
          <p:nvPr/>
        </p:nvSpPr>
        <p:spPr>
          <a:xfrm>
            <a:off x="7715250" y="590550"/>
            <a:ext cx="9810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0" i="1" dirty="0">
                <a:solidFill>
                  <a:srgbClr val="087F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Even one thing.</a:t>
            </a:r>
            <a:endParaRPr lang="en-US" sz="7500" dirty="0"/>
          </a:p>
        </p:txBody>
      </p:sp>
      <p:sp>
        <p:nvSpPr>
          <p:cNvPr id="6" name="Text 2"/>
          <p:cNvSpPr/>
          <p:nvPr/>
        </p:nvSpPr>
        <p:spPr>
          <a:xfrm>
            <a:off x="714375" y="6858000"/>
            <a:ext cx="5619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50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Change nothing.</a:t>
            </a:r>
            <a:endParaRPr lang="en-US" sz="4650" dirty="0"/>
          </a:p>
        </p:txBody>
      </p:sp>
      <p:sp>
        <p:nvSpPr>
          <p:cNvPr id="7" name="Text 3"/>
          <p:cNvSpPr/>
          <p:nvPr/>
        </p:nvSpPr>
        <p:spPr>
          <a:xfrm>
            <a:off x="762000" y="7715250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Decline is the default.</a:t>
            </a:r>
            <a:endParaRPr lang="en-US" sz="2550" dirty="0"/>
          </a:p>
        </p:txBody>
      </p:sp>
      <p:sp>
        <p:nvSpPr>
          <p:cNvPr id="8" name="Text 4"/>
          <p:cNvSpPr/>
          <p:nvPr/>
        </p:nvSpPr>
        <p:spPr>
          <a:xfrm>
            <a:off x="13335000" y="2143125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950" dirty="0">
                <a:solidFill>
                  <a:srgbClr val="087F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Choose action.</a:t>
            </a:r>
            <a:endParaRPr lang="en-US" sz="4950" dirty="0"/>
          </a:p>
        </p:txBody>
      </p:sp>
      <p:sp>
        <p:nvSpPr>
          <p:cNvPr id="9" name="Text 5"/>
          <p:cNvSpPr/>
          <p:nvPr/>
        </p:nvSpPr>
        <p:spPr>
          <a:xfrm>
            <a:off x="13382625" y="2905125"/>
            <a:ext cx="4524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94F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Toward a longer, better life.</a:t>
            </a:r>
            <a:endParaRPr lang="en-US" sz="2250" dirty="0"/>
          </a:p>
        </p:txBody>
      </p:sp>
      <p:sp>
        <p:nvSpPr>
          <p:cNvPr id="10" name="Text 6"/>
          <p:cNvSpPr/>
          <p:nvPr/>
        </p:nvSpPr>
        <p:spPr>
          <a:xfrm>
            <a:off x="13335000" y="3667125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75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Start moving.</a:t>
            </a:r>
            <a:endParaRPr lang="en-US" sz="3675" dirty="0"/>
          </a:p>
        </p:txBody>
      </p:sp>
      <p:sp>
        <p:nvSpPr>
          <p:cNvPr id="11" name="Text 7"/>
          <p:cNvSpPr/>
          <p:nvPr/>
        </p:nvSpPr>
        <p:spPr>
          <a:xfrm>
            <a:off x="13382625" y="4333875"/>
            <a:ext cx="4524375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brisk walk after your biggest meal. Strength twice a week.</a:t>
            </a:r>
            <a:endParaRPr lang="en-US" sz="2250" dirty="0"/>
          </a:p>
        </p:txBody>
      </p:sp>
      <p:sp>
        <p:nvSpPr>
          <p:cNvPr id="12" name="Text 8"/>
          <p:cNvSpPr/>
          <p:nvPr/>
        </p:nvSpPr>
        <p:spPr>
          <a:xfrm>
            <a:off x="13335000" y="5334000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75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Watch your sugar.</a:t>
            </a:r>
            <a:endParaRPr lang="en-US" sz="3675" dirty="0"/>
          </a:p>
        </p:txBody>
      </p:sp>
      <p:sp>
        <p:nvSpPr>
          <p:cNvPr id="13" name="Text 9"/>
          <p:cNvSpPr/>
          <p:nvPr/>
        </p:nvSpPr>
        <p:spPr>
          <a:xfrm>
            <a:off x="13382625" y="6000750"/>
            <a:ext cx="452437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Protein and fiber first. Fewer spikes.</a:t>
            </a:r>
            <a:endParaRPr lang="en-US" sz="2250" dirty="0"/>
          </a:p>
        </p:txBody>
      </p:sp>
      <p:sp>
        <p:nvSpPr>
          <p:cNvPr id="14" name="Text 10"/>
          <p:cNvSpPr/>
          <p:nvPr/>
        </p:nvSpPr>
        <p:spPr>
          <a:xfrm>
            <a:off x="13335000" y="6858000"/>
            <a:ext cx="4572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75" dirty="0">
                <a:solidFill>
                  <a:srgbClr val="0A14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Protect your sleep.</a:t>
            </a:r>
            <a:endParaRPr lang="en-US" sz="3675" dirty="0"/>
          </a:p>
        </p:txBody>
      </p:sp>
      <p:sp>
        <p:nvSpPr>
          <p:cNvPr id="15" name="Text 11"/>
          <p:cNvSpPr/>
          <p:nvPr/>
        </p:nvSpPr>
        <p:spPr>
          <a:xfrm>
            <a:off x="13382625" y="7524750"/>
            <a:ext cx="452437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meal three hours before bed.</a:t>
            </a:r>
            <a:endParaRPr lang="en-US" sz="2250" dirty="0"/>
          </a:p>
        </p:txBody>
      </p:sp>
      <p:sp>
        <p:nvSpPr>
          <p:cNvPr id="16" name="Text 12"/>
          <p:cNvSpPr/>
          <p:nvPr/>
        </p:nvSpPr>
        <p:spPr>
          <a:xfrm>
            <a:off x="13335000" y="8334375"/>
            <a:ext cx="4572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525" i="1" dirty="0">
                <a:solidFill>
                  <a:srgbClr val="087F7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protocol, with us.</a:t>
            </a:r>
            <a:endParaRPr lang="en-US" sz="3525" dirty="0"/>
          </a:p>
        </p:txBody>
      </p:sp>
      <p:sp>
        <p:nvSpPr>
          <p:cNvPr id="17" name="Text 13"/>
          <p:cNvSpPr/>
          <p:nvPr/>
        </p:nvSpPr>
        <p:spPr>
          <a:xfrm>
            <a:off x="13382625" y="9001125"/>
            <a:ext cx="4524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75" dirty="0">
                <a:solidFill>
                  <a:srgbClr val="283E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Longevity Blueprint. Eighteen live weeks, your numbers, a written protocol you keep.</a:t>
            </a:r>
            <a:endParaRPr lang="en-US" sz="2175" dirty="0"/>
          </a:p>
        </p:txBody>
      </p:sp>
      <p:pic>
        <p:nvPicPr>
          <p:cNvPr id="18" name="Image 2" descr="/home/user/workspace/slide-recovery/slide-canvas/fork-only/art/lla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128342"/>
            <a:ext cx="1714500" cy="7776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Take action: a clear fork in the road</dc:title>
  <dc:subject>PptxGenJS Presentation</dc:subject>
  <dc:creator>Longevity Life Academy</dc:creator>
  <cp:lastModifiedBy>Longevity Life Academy</cp:lastModifiedBy>
  <cp:revision>1</cp:revision>
  <dcterms:created xsi:type="dcterms:W3CDTF">2026-10-26T13:16:08Z</dcterms:created>
  <dcterms:modified xsi:type="dcterms:W3CDTF">2026-10-26T13:16:08Z</dcterms:modified>
</cp:coreProperties>
</file>