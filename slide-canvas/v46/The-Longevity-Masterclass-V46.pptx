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of 25: The Longevity Masterclass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of 25: Why I went down this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of 25: Ten years pass. By this test, I age about six. The speed towards death.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of 25: The four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of 25: Longevity is like a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of 25: Not wrong. Not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of 25: The Blue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of 25: Menopause therapy is a layer, not 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of 25: Four layers hold up the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of 25: I'll sleep when I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of 25: Food.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of 25: Take the religion out of your diet.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of 25: The one thing every diet agrees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of 25: Crème brûlée and wrinkles.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of 25: Same 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of 25: Four types of movement, four parts of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of 25: Julie Gibson Clark’s Movement Week. (V2, Julie to update)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of 25: The layer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of 25: Julie Gibson Clark's Longevity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of 25: You don't need a lab. You need a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of 25: Test. Then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of 25: That's the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of 25: Why. Intention. Resources.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of 25: One takeaway. Take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25 of 25: The fork in the road.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1-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2-wh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3-duned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2-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4-c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5-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3-blue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6-meno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7-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8-slee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09-fo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0-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1-sug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4-brul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2-same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3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4-movement-we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5-st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6-protoc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7-noteb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8-test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9-c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0-wh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1-takeaway.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25-f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