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of 25: The Longevity Masterclass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of 25: Why I went down this path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of 25: Ten years pass. By this test, I age about six. The speed towards death.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of 25: The four risks.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 of 25: Longevity is like a cake.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 of 25: Not wrong. Not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 of 25: The Blue Zones.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 of 25: Menopause therapy is a layer, not icing.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9 of 25: Four layers hold up the cake.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10 of 25: I'll sleep when I die.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11 of 25: Food.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12 of 25: Take the religion out of your diet.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13 of 25: The one thing every diet agrees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14 of 25: Crème brûlée and wrinkles.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15 of 25: Same 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16 of 25: Four types of movement, four parts of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17 of 25: Julie Gibson Clark’s Movement Week. (V2, Julie to update)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18 of 25: The layer people skip.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19 of 25: Julie Gibson Clark's Longevity Protocol.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20 of 25: You don't need a lab. You need a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21 of 25: Test. Then buy.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22 of 25: That's the cake.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23 of 25: Why. Intention. Resources.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24 of 25: One takeaway. Take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25 of 25: One takeaway. Take action. (closing, Julie slide 22 unchanged)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01-tit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02-wh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03-duned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22-risk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04-cak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05-ic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23-bluezon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06-menopau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07-brid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08-slee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09-foo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10-pla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11-suga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24-brule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12-same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13-movem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14-movement-wee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15-stres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16-protoco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17-noteboo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18-test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19-cak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20-wh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21-takeaway.p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25-f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