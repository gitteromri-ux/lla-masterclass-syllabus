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act2-a
Original dimensions: 1920 × 1080 pixels.
Git commit 6e32e4c92a862c7fdefd54e1b7c9f747eef1efb1; slide-canvas/closers/frames/act2-a.jpg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act2-b
Original dimensions: 1920 × 1080 pixels.
Git commit 6e32e4c92a862c7fdefd54e1b7c9f747eef1efb1; slide-canvas/closers/frames/act2-b.jpg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act2-c
Original dimensions: 1920 × 1080 pixels.
Git commit 6e32e4c92a862c7fdefd54e1b7c9f747eef1efb1; slide-canvas/closers/frames/act2-c.jpg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ct2-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6e32e4c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2026-10-26T11:08:31Z</dcterms:created>
  <dcterms:modified xsi:type="dcterms:W3CDTF">2026-10-26T11:08:31Z</dcterms:modified>
</cp:coreProperties>
</file>