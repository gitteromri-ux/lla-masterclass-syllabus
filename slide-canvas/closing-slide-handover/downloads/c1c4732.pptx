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bp-cur
Original dimensions: 1920 × 1080 pixels.
Git commit c1c4732bdd0e9c980a6b691c2c21a9c318b0a4ff; slide-canvas/closers/frames/bp-cur.jpg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c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c1c4732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2026-10-26T11:08:33Z</dcterms:created>
  <dcterms:modified xsi:type="dcterms:W3CDTF">2026-10-26T11:08:33Z</dcterms:modified>
</cp:coreProperties>
</file>