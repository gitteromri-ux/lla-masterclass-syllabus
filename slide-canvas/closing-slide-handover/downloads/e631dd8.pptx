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bp-site
Original dimensions: 1920 × 1080 pixels.
Git commit e631dd85b7970b4272c9c5545404d8d6325e6b7c; slide-canvas/closers/frames/bp-site.jpg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p-si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e631dd8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2026-10-26T11:08:33Z</dcterms:created>
  <dcterms:modified xsi:type="dcterms:W3CDTF">2026-10-26T11:08:33Z</dcterms:modified>
</cp:coreProperties>
</file>