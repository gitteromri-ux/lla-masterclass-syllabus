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bp-big
Original dimensions: 1920 × 1080 pixels.
Git commit b2120cbb1f07af192f8362fe758bcdc69dfe86ac; slide-canvas/closers/frames/bp-big.jpg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bp-sell
Original dimensions: 1920 × 1080 pixels.
Git commit b2120cbb1f07af192f8362fe758bcdc69dfe86ac; slide-canvas/closers/frames/bp-sell.jpg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b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b2120cb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2026-10-26T11:08:34Z</dcterms:created>
  <dcterms:modified xsi:type="dcterms:W3CDTF">2026-10-26T11:08:34Z</dcterms:modified>
</cp:coreProperties>
</file>