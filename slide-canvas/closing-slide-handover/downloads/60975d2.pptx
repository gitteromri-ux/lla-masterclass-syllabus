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Preserved original slide artwork, not editable text. bp-d
Original dimensions: 1920 × 1080 pixels.
Git commit 60975d21c840800f7031aeb42924ba1c3046b129; slide-canvas/closers/frames/bp-d.jpg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Preserved original slide artwork, not editable text. bp-l
Original dimensions: 1920 × 1080 pixels.
Git commit 60975d21c840800f7031aeb42924ba1c3046b129; slide-canvas/closers/frames/bp-l.jpg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0E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p-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0E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p-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60975d2</dc:title>
  <dc:subject>Original design archive. Slides contain preserved artwork; editable HTML source is provided separately.</dc:subject>
  <dc:creator>Longevity Life Academy</dc:creator>
  <cp:lastModifiedBy>Longevity Life Academy</cp:lastModifiedBy>
  <cp:revision>1</cp:revision>
  <dcterms:created xsi:type="dcterms:W3CDTF">2026-10-26T11:08:34Z</dcterms:created>
  <dcterms:modified xsi:type="dcterms:W3CDTF">2026-10-26T11:08:34Z</dcterms:modified>
</cp:coreProperties>
</file>