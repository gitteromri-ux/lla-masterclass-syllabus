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act3-a
Original dimensions: 1920 × 1080 pixels.
Git commit 8258a553c39d48e868e7e48e856502b9e7552281; slide-canvas/closers/frames/act3-a.jpg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act3-b
Original dimensions: 1920 × 1080 pixels.
Git commit 8258a553c39d48e868e7e48e856502b9e7552281; slide-canvas/closers/frames/act3-b.jpg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act3-c
Original dimensions: 1920 × 1080 pixels.
Git commit 8258a553c39d48e868e7e48e856502b9e7552281; slide-canvas/closers/frames/act3-c.jpg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8258a55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2026-10-26T11:08:30Z</dcterms:created>
  <dcterms:modified xsi:type="dcterms:W3CDTF">2026-10-26T11:08:30Z</dcterms:modified>
</cp:coreProperties>
</file>