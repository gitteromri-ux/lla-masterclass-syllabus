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act-a
Original dimensions: 1920 × 1080 pixels.
Git commit 93ceffeb55299a76be5ff795e1360267bfd642cd; slide-canvas/closers/frames/act-a.jpg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act-b
Original dimensions: 1920 × 1080 pixels.
Git commit 93ceffeb55299a76be5ff795e1360267bfd642cd; slide-canvas/closers/frames/act-b.jpg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act-c
Original dimensions: 1920 × 1080 pixels.
Git commit 93ceffeb55299a76be5ff795e1360267bfd642cd; slide-canvas/closers/frames/act-c.jpg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93ceffe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2026-10-26T11:08:32Z</dcterms:created>
  <dcterms:modified xsi:type="dcterms:W3CDTF">2026-10-26T11:08:32Z</dcterms:modified>
</cp:coreProperties>
</file>