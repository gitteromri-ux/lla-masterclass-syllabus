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bp-d
Original dimensions: 1920 × 1080 pixels.
Git commit fc9873086cf38909a46331569081ea49e23cc5b5; slide-canvas/closers/frames/bp-d.jpg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bp-l
Original dimensions: 1920 × 1080 pixels.
Git commit fc9873086cf38909a46331569081ea49e23cc5b5; slide-canvas/closers/frames/bp-l.jpg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bp-spec
Original dimensions: 1920 × 1080 pixels.
Git commit fc9873086cf38909a46331569081ea49e23cc5b5; slide-canvas/closers/frames/bp-spec.jpg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sp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fc98730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2026-10-26T11:08:35Z</dcterms:created>
  <dcterms:modified xsi:type="dcterms:W3CDTF">2026-10-26T11:08:35Z</dcterms:modified>
</cp:coreProperties>
</file>