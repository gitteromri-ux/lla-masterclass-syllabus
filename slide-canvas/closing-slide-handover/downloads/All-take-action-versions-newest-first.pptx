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act3-a
Original dimensions: 1920 × 1080 pixels.
Git commit 8258a553c39d48e868e7e48e856502b9e7552281; slide-canvas/closers/frames/act3-a.jpg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act3-b
Original dimensions: 1920 × 1080 pixels.
Git commit 8258a553c39d48e868e7e48e856502b9e7552281; slide-canvas/closers/frames/act3-b.jpg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act3-c
Original dimensions: 1920 × 1080 pixels.
Git commit 8258a553c39d48e868e7e48e856502b9e7552281; slide-canvas/closers/frames/act3-c.jpg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act2-a
Original dimensions: 1920 × 1080 pixels.
Git commit 4b5b73be3493deed46e4a2af2c6c2bcaa11fc63e; slide-canvas/closers/frames/act2-a.jpg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act2-d
Original dimensions: 1920 × 1080 pixels.
Git commit 4b5b73be3493deed46e4a2af2c6c2bcaa11fc63e; slide-canvas/closers/frames/act2-d.jpg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act2-e
Original dimensions: 1920 × 1080 pixels.
Git commit 4b5b73be3493deed46e4a2af2c6c2bcaa11fc63e; slide-canvas/closers/frames/act2-e.jpg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act2-a
Original dimensions: 1920 × 1080 pixels.
Git commit 6e32e4c92a862c7fdefd54e1b7c9f747eef1efb1; slide-canvas/closers/frames/act2-a.jpg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act2-b
Original dimensions: 1920 × 1080 pixels.
Git commit 6e32e4c92a862c7fdefd54e1b7c9f747eef1efb1; slide-canvas/closers/frames/act2-b.jpg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act2-c
Original dimensions: 1920 × 1080 pixels.
Git commit 6e32e4c92a862c7fdefd54e1b7c9f747eef1efb1; slide-canvas/closers/frames/act2-c.jpg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act-a
Original dimensions: 1920 × 1080 pixels.
Git commit 93ceffeb55299a76be5ff795e1360267bfd642cd; slide-canvas/closers/frames/act-a.jpg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act-b
Original dimensions: 1920 × 1080 pixels.
Git commit 93ceffeb55299a76be5ff795e1360267bfd642cd; slide-canvas/closers/frames/act-b.jpg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act-c
Original dimensions: 1920 × 1080 pixels.
Git commit 93ceffeb55299a76be5ff795e1360267bfd642cd; slide-canvas/closers/frames/act-c.jpg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3-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3-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3-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2-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2-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2-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2-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2-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2-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-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-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-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All-take-action-versions-newest-first</dc:title>
  <dc:subject>Original design archive. Slides contain preserved artwork; editable HTML source is provided separately.</dc:subject>
  <dc:creator>Longevity Life Academy</dc:creator>
  <cp:lastModifiedBy>Longevity Life Academy</cp:lastModifiedBy>
  <cp:revision>1</cp:revision>
  <dcterms:created xsi:type="dcterms:W3CDTF">2026-10-26T11:08:37Z</dcterms:created>
  <dcterms:modified xsi:type="dcterms:W3CDTF">2026-10-26T11:08:37Z</dcterms:modified>
</cp:coreProperties>
</file>