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bp-4
Original dimensions: 1920 × 1080 pixels.
Git commit 02bcf62326247448fccd5c99dd790382b2b7588c; slide-canvas/closers/frames/bp-4.jpg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p-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02bcf62</dc:title>
  <dc:subject>Original design archive. Slides contain preserved artwork; editable HTML source is provided separately.</dc:subject>
  <dc:creator>Longevity Life Academy</dc:creator>
  <cp:lastModifiedBy>Longevity Life Academy</cp:lastModifiedBy>
  <cp:revision>1</cp:revision>
  <dcterms:created xsi:type="dcterms:W3CDTF">2026-10-26T11:08:32Z</dcterms:created>
  <dcterms:modified xsi:type="dcterms:W3CDTF">2026-10-26T11:08:32Z</dcterms:modified>
</cp:coreProperties>
</file>