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c26. Git commit 03c68be4d7ea1a12fc0a9342dca8e8f382574427; slide-canvas/closers/frames/c26.jpg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act3-a. Git commit 8258a553c39d48e868e7e48e856502b9e7552281; slide-canvas/closers/frames/act3-a.jpg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act3-b. Git commit 8258a553c39d48e868e7e48e856502b9e7552281; slide-canvas/closers/frames/act3-b.jpg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act3-c. Git commit 8258a553c39d48e868e7e48e856502b9e7552281; slide-canvas/closers/frames/act3-c.jpg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act2-a. Git commit 4b5b73be3493deed46e4a2af2c6c2bcaa11fc63e; slide-canvas/closers/frames/act2-a.jpg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act2-d. Git commit 4b5b73be3493deed46e4a2af2c6c2bcaa11fc63e; slide-canvas/closers/frames/act2-d.jpg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act2-e. Git commit 4b5b73be3493deed46e4a2af2c6c2bcaa11fc63e; slide-canvas/closers/frames/act2-e.jpg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act2-a. Git commit 6e32e4c92a862c7fdefd54e1b7c9f747eef1efb1; slide-canvas/closers/frames/act2-a.jpg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act2-b. Git commit 6e32e4c92a862c7fdefd54e1b7c9f747eef1efb1; slide-canvas/closers/frames/act2-b.jpg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act2-c. Git commit 6e32e4c92a862c7fdefd54e1b7c9f747eef1efb1; slide-canvas/closers/frames/act2-c.jpg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act-a. Git commit 93ceffeb55299a76be5ff795e1360267bfd642cd; slide-canvas/closers/frames/act-a.jpg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act-b. Git commit 93ceffeb55299a76be5ff795e1360267bfd642cd; slide-canvas/closers/frames/act-b.jpg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act-c. Git commit 93ceffeb55299a76be5ff795e1360267bfd642cd; slide-canvas/closers/frames/act-c.jpg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bp-4. Git commit 02bcf62326247448fccd5c99dd790382b2b7588c; slide-canvas/closers/frames/bp-4.jpg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bp-cur. Git commit c1c4732bdd0e9c980a6b691c2c21a9c318b0a4ff; slide-canvas/closers/frames/bp-cur.jpg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bp-site. Git commit e631dd85b7970b4272c9c5545404d8d6325e6b7c; slide-canvas/closers/frames/bp-site.jpg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bp-cake. Git commit 58ff00c4b7c32250308c86339ed1b31d8f797698; slide-canvas/closers/frames/bp-cake.jpg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bp-big. Git commit b2120cbb1f07af192f8362fe758bcdc69dfe86ac; slide-canvas/closers/frames/bp-big.jpg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bp-sell. Git commit b2120cbb1f07af192f8362fe758bcdc69dfe86ac; slide-canvas/closers/frames/bp-sell.jpg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bp-d. Git commit 60975d21c840800f7031aeb42924ba1c3046b129; slide-canvas/closers/frames/bp-d.jpg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bp-l. Git commit 60975d21c840800f7031aeb42924ba1c3046b129; slide-canvas/closers/frames/bp-l.jpg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bp-d. Git commit fc9873086cf38909a46331569081ea49e23cc5b5; slide-canvas/closers/frames/bp-d.jpg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bp-l. Git commit fc9873086cf38909a46331569081ea49e23cc5b5; slide-canvas/closers/frames/bp-l.jpg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bp-spec. Git commit fc9873086cf38909a46331569081ea49e23cc5b5; slide-canvas/closers/frames/bp-spec.jpg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c24. Git commit 03c68be4d7ea1a12fc0a9342dca8e8f382574427; slide-canvas/closers/frames/c24.jpg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c22. Git commit 8d0635b19b0314bc9c849a5af6567988517a0ab7; slide-canvas/closers/frames/c22.jpg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c23. Git commit 8d0635b19b0314bc9c849a5af6567988517a0ab7; slide-canvas/closers/frames/c23.jpg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c24. Git commit 8d0635b19b0314bc9c849a5af6567988517a0ab7; slide-canvas/closers/frames/c24.jpg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c25. Git commit 8d0635b19b0314bc9c849a5af6567988517a0ab7; slide-canvas/closers/frames/c25.jpg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c26. Git commit 8d0635b19b0314bc9c849a5af6567988517a0ab7; slide-canvas/closers/frames/c26.jpg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c22. Git commit 1b1e2e8f30c07ce2ffba5a38c068fa6a61437464; slide-canvas/closers/frames/c22.jpg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c23. Git commit 1b1e2e8f30c07ce2ffba5a38c068fa6a61437464; slide-canvas/closers/frames/c23.jpg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c24. Git commit 1b1e2e8f30c07ce2ffba5a38c068fa6a61437464; slide-canvas/closers/frames/c24.jpg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c25. Git commit 1b1e2e8f30c07ce2ffba5a38c068fa6a61437464; slide-canvas/closers/frames/c25.jpg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c26. Git commit 1b1e2e8f30c07ce2ffba5a38c068fa6a61437464; slide-canvas/closers/frames/c26.jpg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op-a. Git commit 7598554002d419586722ccc8ab69dbceb7595ad4; slide-canvas/closers/frames/op-a.jpg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op-b. Git commit 7598554002d419586722ccc8ab69dbceb7595ad4; slide-canvas/closers/frames/op-b.jpg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s1-a. Git commit 7598554002d419586722ccc8ab69dbceb7595ad4; slide-canvas/closers/frames/s1-a.jpg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s1-b. Git commit 7598554002d419586722ccc8ab69dbceb7595ad4; slide-canvas/closers/frames/s1-b.jpg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s2-a. Git commit 7598554002d419586722ccc8ab69dbceb7595ad4; slide-canvas/closers/frames/s2-a.jpg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s2-b. Git commit 7598554002d419586722ccc8ab69dbceb7595ad4; slide-canvas/closers/frames/s2-b.jpg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s3-a. Git commit 7598554002d419586722ccc8ab69dbceb7595ad4; slide-canvas/closers/frames/s3-a.jpg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s3-b. Git commit 7598554002d419586722ccc8ab69dbceb7595ad4; slide-canvas/closers/frames/s3-b.jpg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s4-a. Git commit 7598554002d419586722ccc8ab69dbceb7595ad4; slide-canvas/closers/frames/s4-a.jpg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image-based artwork. s4-b. Git commit 7598554002d419586722ccc8ab69dbceb7595ad4; slide-canvas/closers/frames/s4-b.jpg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3-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3-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3-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2-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2-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2-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2-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2-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2-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-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-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-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p-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p-c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p-s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p-cak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p-bi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p-se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p-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p-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p-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p-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p-spe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2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2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2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2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p-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p-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-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-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2-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2-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3-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3-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4-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4-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 created slides: slide 26 first</dc:title>
  <dc:subject>PptxGenJS Presentation</dc:subject>
  <dc:creator>Longevity Life Academy</dc:creator>
  <cp:lastModifiedBy>Longevity Life Academy</cp:lastModifiedBy>
  <cp:revision>1</cp:revision>
  <dcterms:created xsi:type="dcterms:W3CDTF">2026-10-26T11:27:09Z</dcterms:created>
  <dcterms:modified xsi:type="dcterms:W3CDTF">2026-10-26T11:27:09Z</dcterms:modified>
</cp:coreProperties>
</file>