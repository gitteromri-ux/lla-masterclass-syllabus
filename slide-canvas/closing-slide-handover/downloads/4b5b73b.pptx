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act2-a
Original dimensions: 1920 × 1080 pixels.
Git commit 4b5b73be3493deed46e4a2af2c6c2bcaa11fc63e; slide-canvas/closers/frames/act2-a.jpg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act2-d
Original dimensions: 1920 × 1080 pixels.
Git commit 4b5b73be3493deed46e4a2af2c6c2bcaa11fc63e; slide-canvas/closers/frames/act2-d.jpg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act2-e
Original dimensions: 1920 × 1080 pixels.
Git commit 4b5b73be3493deed46e4a2af2c6c2bcaa11fc63e; slide-canvas/closers/frames/act2-e.jpg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4b5b73b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2026-10-26T11:08:31Z</dcterms:created>
  <dcterms:modified xsi:type="dcterms:W3CDTF">2026-10-26T11:08:31Z</dcterms:modified>
</cp:coreProperties>
</file>