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op-a
Original dimensions: 1920 × 1080 pixels.
Git commit 7598554002d419586722ccc8ab69dbceb7595ad4; slide-canvas/closers/frames/op-a.jpg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op-b
Original dimensions: 1920 × 1080 pixels.
Git commit 7598554002d419586722ccc8ab69dbceb7595ad4; slide-canvas/closers/frames/op-b.jpg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s1-a
Original dimensions: 1920 × 1080 pixels.
Git commit 7598554002d419586722ccc8ab69dbceb7595ad4; slide-canvas/closers/frames/s1-a.jpg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s1-b
Original dimensions: 1920 × 1080 pixels.
Git commit 7598554002d419586722ccc8ab69dbceb7595ad4; slide-canvas/closers/frames/s1-b.jpg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s2-a
Original dimensions: 1920 × 1080 pixels.
Git commit 7598554002d419586722ccc8ab69dbceb7595ad4; slide-canvas/closers/frames/s2-a.jpg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s2-b
Original dimensions: 1920 × 1080 pixels.
Git commit 7598554002d419586722ccc8ab69dbceb7595ad4; slide-canvas/closers/frames/s2-b.jpg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s3-a
Original dimensions: 1920 × 1080 pixels.
Git commit 7598554002d419586722ccc8ab69dbceb7595ad4; slide-canvas/closers/frames/s3-a.jpg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s3-b
Original dimensions: 1920 × 1080 pixels.
Git commit 7598554002d419586722ccc8ab69dbceb7595ad4; slide-canvas/closers/frames/s3-b.jpg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s4-a
Original dimensions: 1920 × 1080 pixels.
Git commit 7598554002d419586722ccc8ab69dbceb7595ad4; slide-canvas/closers/frames/s4-a.jpg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s4-b
Original dimensions: 1920 × 1080 pixels.
Git commit 7598554002d419586722ccc8ab69dbceb7595ad4; slide-canvas/closers/frames/s4-b.jpg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2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2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3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3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4-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4-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7598554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2026-10-26T11:08:37Z</dcterms:created>
  <dcterms:modified xsi:type="dcterms:W3CDTF">2026-10-26T11:08:37Z</dcterms:modified>
</cp:coreProperties>
</file>