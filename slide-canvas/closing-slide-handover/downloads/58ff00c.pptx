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bp-cake
Original dimensions: 1920 × 1080 pixels.
Git commit 58ff00c4b7c32250308c86339ed1b31d8f797698; slide-canvas/closers/frames/bp-cake.jpg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c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58ff00c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2026-10-26T11:08:34Z</dcterms:created>
  <dcterms:modified xsi:type="dcterms:W3CDTF">2026-10-26T11:08:34Z</dcterms:modified>
</cp:coreProperties>
</file>