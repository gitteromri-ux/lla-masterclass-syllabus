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c22
Original dimensions: 1920 × 1080 pixels.
Git commit 1b1e2e8f30c07ce2ffba5a38c068fa6a61437464; slide-canvas/closers/frames/c22.jpg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c23
Original dimensions: 1920 × 1080 pixels.
Git commit 1b1e2e8f30c07ce2ffba5a38c068fa6a61437464; slide-canvas/closers/frames/c23.jpg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c24
Original dimensions: 1920 × 1080 pixels.
Git commit 1b1e2e8f30c07ce2ffba5a38c068fa6a61437464; slide-canvas/closers/frames/c24.jpg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c25
Original dimensions: 1920 × 1080 pixels.
Git commit 1b1e2e8f30c07ce2ffba5a38c068fa6a61437464; slide-canvas/closers/frames/c25.jpg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Preserved original slide artwork, not editable text. c26
Original dimensions: 1920 × 1080 pixels.
Git commit 1b1e2e8f30c07ce2ffba5a38c068fa6a61437464; slide-canvas/closers/frames/c26.jpg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1b1e2e8</dc:title>
  <dc:subject>Original design archive. Slides contain preserved artwork; editable HTML source is provided separately.</dc:subject>
  <dc:creator>Longevity Life Academy</dc:creator>
  <cp:lastModifiedBy>Longevity Life Academy</cp:lastModifiedBy>
  <cp:revision>1</cp:revision>
  <dcterms:created xsi:type="dcterms:W3CDTF">2026-10-26T11:08:36Z</dcterms:created>
  <dcterms:modified xsi:type="dcterms:W3CDTF">2026-10-26T11:08:36Z</dcterms:modified>
</cp:coreProperties>
</file>