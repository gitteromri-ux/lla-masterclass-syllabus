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</p:sldIdLst>
  <p:notesMasterIdLst>
    <p:notesMasterId r:id="rId9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notesMaster" Target="notesMasters/notesMaster1.xml"/><Relationship Id="rId95" Type="http://schemas.openxmlformats.org/officeDocument/2006/relationships/presProps" Target="presProps.xml"/><Relationship Id="rId96" Type="http://schemas.openxmlformats.org/officeDocument/2006/relationships/viewProps" Target="viewProps.xml"/><Relationship Id="rId97" Type="http://schemas.openxmlformats.org/officeDocument/2006/relationships/theme" Target="theme/theme1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216112.jpg
Original dimensions: 1079 × 526 pixels.
Original user upload recovered from the design conversation. Original filename preserved; turn association not exposed by transcript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image-2.png
Original dimensions: 1920 × 1020 pixels.
Original user upload recovered from the design conversation. Original filename preserved; turn association not exposed by transcript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image-3.png
Original dimensions: 1920 × 1080 pixels.
Original user upload recovered from the design conversation. Original filename preserved; turn association not exposed by transcript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image-4.png
Original dimensions: 1920 × 1080 pixels.
Original user upload recovered from the design conversation. Original filename preserved; turn association not exposed by transcript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image-5.png
Original dimensions: 1920 × 1080 pixels.
Original user upload recovered from the design conversation. Original filename preserved; turn association not exposed by transcript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image.png
Original dimensions: 1600 × 900 pixels.
Original user upload recovered from the design conversation. Original filename preserved; turn association not exposed by transcript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The Longevity Masterclass
Original dimensions: 1600 × 900 pixels.
User-shared shortlist reference. Deck 2 · v2.2 · dark. Original: https://gitteromri-ux.github.io/lla-masterclass-syllabus/deck2/index.html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The Longevity Masterclass
Original dimensions: 1600 × 900 pixels.
User-shared shortlist reference. Deck 2 · v2.2 · light. Original: https://gitteromri-ux.github.io/lla-masterclass-syllabus/deck2/index.html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LONGEVITY LIFE ACADEMY PRESENTS The Longevity Masterclass
Original dimensions: 1280 × 720 pixels.
User-shared shortlist reference. Round 8 : Last version. Original: https://gitteromri-ux.github.io/lla-masterclass-syllabus/backup-deck/index.html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I didn't do this to win.
Original dimensions: 1920 × 1080 pixels.
User-shared shortlist reference. Original deck · light. Original: https://gitteromri-ux.github.io/lla-masterclass-syllabus/deck/index.html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Ten years pass. By this test, I age about six.
Original dimensions: 1920 × 1080 pixels.
User-shared shortlist reference. Claude A · Dark. Original: https://claude.ai/artifact/DMx1Uj3YCvVhtDEXAcJRZc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Ten years pass. By this test, I age about six.
Original dimensions: 1920 × 1080 pixels.
User-shared shortlist reference. Claude A · Light. Original: https://claude.ai/artifact/DMx1Uj3YCvVhtDEXAcJRZc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The test
Original dimensions: 1920 × 1080 pixels.
User-shared shortlist reference. Claude B · Protocol. Original: https://claude.ai/artifact/JWRnnvBCWXs5cdCwsGGdMb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Ten years pass. By this test, I age about six.
Original dimensions: 1600 × 900 pixels.
User-shared shortlist reference. Deck 2 · v2.2 · dark. Original: https://gitteromri-ux.github.io/lla-masterclass-syllabus/deck2/index.html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Ten years pass. By this test, I age about six.
Original dimensions: 1280 × 720 pixels.
User-shared shortlist reference. Round 10. Original: https://gitteromri-ux.github.io/lla-masterclass-syllabus/backup-deck/round-10/index.html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Ten years pass. By this test, I age about six.
Original dimensions: 1280 × 720 pixels.
User-shared shortlist reference. Round 9. Original: https://gitteromri-ux.github.io/lla-masterclass-syllabus/backup-deck/round-9/index.html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Ten years pass. By this test, I age about six.
Original dimensions: 1280 × 720 pixels.
User-shared shortlist reference. Round 7 · last. Original: https://gitteromri-ux.github.io/lla-masterclass-syllabus/backup-deck/rounds/r7/last-06.jpg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Ten years pass. By this test, I age about six.
Original dimensions: 1280 × 720 pixels.
User-shared shortlist reference. Round 7 · last. Original: https://gitteromri-ux.github.io/lla-masterclass-syllabus/backup-deck/rounds/r7/last-05.jpg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Ten years pass. By this test, I age about six.
Original dimensions: 1920 × 1080 pixels.
User-shared shortlist reference. Round 5 · v2. Original: https://gitteromri-ux.github.io/lla-masterclass-syllabus/backup-deck/rounds/r5/v2-03.jpg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Ten years pass. By this test, I age about six.
Original dimensions: 1920 × 1080 pixels.
User-shared shortlist reference. Round 4 · v1. Original: https://gitteromri-ux.github.io/lla-masterclass-syllabus/backup-deck/rounds/r4/v1-03.jpg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Ten years pass. By this test, I age about six.
Original dimensions: 1920 × 1080 pixels.
User-shared shortlist reference. Round 3 · v1. Original: https://gitteromri-ux.github.io/lla-masterclass-syllabus/backup-deck/rounds/r3/v1-03.jpg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The speed towards death.
Original dimensions: 1920 × 1080 pixels.
User-shared shortlist reference. Original deck · light. Original: https://gitteromri-ux.github.io/lla-masterclass-syllabus/deck/index.html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Longevity is like a cake.
Original dimensions: 1920 × 1080 pixels.
User-shared shortlist reference. Claude A · Dark. Original: https://claude.ai/artifact/DMx1Uj3YCvVhtDEXAcJRZc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Longevity is like a cake.
Original dimensions: 1920 × 1080 pixels.
User-shared shortlist reference. Claude A · Light. Original: https://claude.ai/artifact/DMx1Uj3YCvVhtDEXAcJRZc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Longevity is like a cake.
Original dimensions: 1600 × 900 pixels.
User-shared shortlist reference. Deck 2 · v2.2 · dark. Original: https://gitteromri-ux.github.io/lla-masterclass-syllabus/deck2/index.html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Longevity is like a cake.
Original dimensions: 1600 × 900 pixels.
User-shared shortlist reference. Deck 2 · v2.2 · light. Original: https://gitteromri-ux.github.io/lla-masterclass-syllabus/deck2/index.html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Longevity is like a cake.
Original dimensions: 1280 × 720 pixels.
User-shared shortlist reference. Round 10. Original: https://gitteromri-ux.github.io/lla-masterclass-syllabus/backup-deck/round-10/index.html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Longevity is like a cake.
Original dimensions: 1280 × 720 pixels.
User-shared shortlist reference. Round 9. Original: https://gitteromri-ux.github.io/lla-masterclass-syllabus/backup-deck/round-9/index.html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Longevity is like a cake.
Original dimensions: 1280 × 720 pixels.
User-shared shortlist reference. Round 8 : Last version. Original: https://gitteromri-ux.github.io/lla-masterclass-syllabus/backup-deck/index.html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Longevity is like a cake.
Original dimensions: 1920 × 1080 pixels.
User-shared shortlist reference. Round 4 · v1. Original: https://gitteromri-ux.github.io/lla-masterclass-syllabus/backup-deck/rounds/r4/v1-04.jpg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Longevity is like a cake.
Original dimensions: 1920 × 1080 pixels.
User-shared shortlist reference. Round 3 · v1. Original: https://gitteromri-ux.github.io/lla-masterclass-syllabus/backup-deck/rounds/r3/v1-04.jpg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Longevity is like a cake.
Original dimensions: 1920 × 1080 pixels.
User-shared shortlist reference. Round 3 · v2. Original: https://gitteromri-ux.github.io/lla-masterclass-syllabus/backup-deck/rounds/r3/v2-04.jpg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Longevity is like a cake.
Original dimensions: 1920 × 1080 pixels.
User-shared shortlist reference. Round 1 · v1. Original: https://gitteromri-ux.github.io/lla-masterclass-syllabus/backup-deck/rounds/r1/v1-04.jpg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Not wrong. Not first.
Original dimensions: 1920 × 1080 pixels.
User-shared shortlist reference. Claude A · Light. Original: https://claude.ai/artifact/DMx1Uj3YCvVhtDEXAcJRZc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The icing
Original dimensions: 1920 × 1080 pixels.
User-shared shortlist reference. Claude B · Protocol. Original: https://claude.ai/artifact/JWRnnvBCWXs5cdCwsGGdMb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Not wrong. Not first.
Original dimensions: 1600 × 900 pixels.
User-shared shortlist reference. Deck 2 · v2.2 · dark. Original: https://gitteromri-ux.github.io/lla-masterclass-syllabus/deck2/index.html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Not wrong. Not first.
Original dimensions: 1280 × 720 pixels.
User-shared shortlist reference. Round 10. Original: https://gitteromri-ux.github.io/lla-masterclass-syllabus/backup-deck/round-10/index.html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Not wrong. Not first.
Original dimensions: 1280 × 720 pixels.
User-shared shortlist reference. Round 9. Original: https://gitteromri-ux.github.io/lla-masterclass-syllabus/backup-deck/round-9/index.html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Not wrong. Not first.
Original dimensions: 1920 × 1080 pixels.
User-shared shortlist reference. Round 4 · v1. Original: https://gitteromri-ux.github.io/lla-masterclass-syllabus/backup-deck/rounds/r4/v1-05.jpg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Not wrong. Not first.
Original dimensions: 1920 × 1080 pixels.
User-shared shortlist reference. Round 3 · v1. Original: https://gitteromri-ux.github.io/lla-masterclass-syllabus/backup-deck/rounds/r3/v1-05.jpg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Not wrong. Not first.
Original dimensions: 1920 × 1080 pixels.
User-shared shortlist reference. Round 1 · v2. Original: https://gitteromri-ux.github.io/lla-masterclass-syllabus/backup-deck/rounds/r1/v2-05.jpg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Not wrong. Not first.
Original dimensions: 1920 × 1080 pixels.
User-shared shortlist reference. Archived Last version · v1. Original: https://gitteromri-ux.github.io/lla-masterclass-syllabus/backup-deck/rounds/last/v1-05.jpg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Menopause therapy is a layer, not icing.
Original dimensions: 1920 × 1080 pixels.
User-shared shortlist reference. Claude A · Light. Original: https://claude.ai/artifact/DMx1Uj3YCvVhtDEXAcJRZc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Menopause therapy is a layer, not icing.
Original dimensions: 1280 × 720 pixels.
User-shared shortlist reference. Round 10. Original: https://gitteromri-ux.github.io/lla-masterclass-syllabus/backup-deck/round-10/index.html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Menopause therapy is a layer, not icing.
Original dimensions: 1280 × 720 pixels.
User-shared shortlist reference. Round 9. Original: https://gitteromri-ux.github.io/lla-masterclass-syllabus/backup-deck/round-9/index.html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Menopause therapy is a layer, not icing.
Original dimensions: 1280 × 720 pixels.
User-shared shortlist reference. Round 8 : Last version. Original: https://gitteromri-ux.github.io/lla-masterclass-syllabus/backup-deck/index.html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Four layers hold up the cake.
Original dimensions: 1280 × 720 pixels.
User-shared shortlist reference. Round 8 : Last version. Original: https://gitteromri-ux.github.io/lla-masterclass-syllabus/backup-deck/index.html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Sleep
Original dimensions: 1920 × 1080 pixels.
User-shared shortlist reference. Claude B · Protocol. Original: https://claude.ai/artifact/JWRnnvBCWXs5cdCwsGGdMb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Sleep is the repair shift.
Original dimensions: 1280 × 720 pixels.
User-shared shortlist reference. Round 7 · last. Original: https://gitteromri-ux.github.io/lla-masterclass-syllabus/backup-deck/rounds/r7/last-13.jpg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Same bedtime, every day.
Original dimensions: 1920 × 1080 pixels.
User-shared shortlist reference. Round 4 · v1. Original: https://gitteromri-ux.github.io/lla-masterclass-syllabus/backup-deck/rounds/r4/v1-07.jpg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Quote
Original dimensions: 1920 × 1080 pixels.
User-shared shortlist reference. Claude B · Protocol. Original: https://claude.ai/artifact/JWRnnvBCWXs5cdCwsGGdMb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“I'll sleep when I die,” said the person aging at twice the normal speed.
Original dimensions: 1920 × 1080 pixels.
User-shared shortlist reference. Original deck · light. Original: https://gitteromri-ux.github.io/lla-masterclass-syllabus/deck/index.html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Take the religion out of your diet.
Original dimensions: 1920 × 1080 pixels.
User-shared shortlist reference. Round 4 · v1. Original: https://gitteromri-ux.github.io/lla-masterclass-syllabus/backup-deck/rounds/r4/v1-09.jpg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The one thing every doctor agrees on.
Original dimensions: 1920 × 1080 pixels.
User-shared shortlist reference. Claude A · Dark. Original: https://claude.ai/artifact/DMx1Uj3YCvVhtDEXAcJRZc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The one thing every doctor agrees on.
Original dimensions: 1920 × 1080 pixels.
User-shared shortlist reference. Claude A · Light. Original: https://claude.ai/artifact/DMx1Uj3YCvVhtDEXAcJRZc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Sugar
Original dimensions: 1920 × 1080 pixels.
User-shared shortlist reference. Claude B · Protocol. Original: https://claude.ai/artifact/JWRnnvBCWXs5cdCwsGGdMb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The one thing every diet agrees on.
Original dimensions: 1280 × 720 pixels.
User-shared shortlist reference. Round 7 · last. Original: https://gitteromri-ux.github.io/lla-masterclass-syllabus/backup-deck/rounds/r7/last-16.jpg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The one thing every diet agrees on.
Original dimensions: 1920 × 1080 pixels.
User-shared shortlist reference. Round 6 · v2. Original: https://gitteromri-ux.github.io/lla-masterclass-syllabus/backup-deck/rounds/r6/v2-10.jpg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The one thing every diet agrees on.
Original dimensions: 1920 × 1080 pixels.
User-shared shortlist reference. Round 4 · v1. Original: https://gitteromri-ux.github.io/lla-masterclass-syllabus/backup-deck/rounds/r4/v1-10.jpg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The one thing every diet agrees on.
Original dimensions: 1920 × 1080 pixels.
User-shared shortlist reference. Archived Last version · v1. Original: https://gitteromri-ux.github.io/lla-masterclass-syllabus/backup-deck/rounds/last/v1-10.jpg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Same age.
Original dimensions: 1920 × 1080 pixels.
User-shared shortlist reference. Claude A · Dark. Original: https://claude.ai/artifact/DMx1Uj3YCvVhtDEXAcJRZc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Same age
Original dimensions: 1920 × 1080 pixels.
User-shared shortlist reference. Claude B · Protocol. Original: https://claude.ai/artifact/JWRnnvBCWXs5cdCwsGGdMb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Same age.
Original dimensions: 1600 × 900 pixels.
User-shared shortlist reference. Deck 2 · v2.2 · dark. Original: https://gitteromri-ux.github.io/lla-masterclass-syllabus/deck2/index.html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Movement portfolio
Original dimensions: 1920 × 1080 pixels.
User-shared shortlist reference. Claude B · Protocol. Original: https://claude.ai/artifact/JWRnnvBCWXs5cdCwsGGdMb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Four types of movement, four parts of you.
Original dimensions: 1600 × 900 pixels.
User-shared shortlist reference. Deck 2 · v2.2 · dark. Original: https://gitteromri-ux.github.io/lla-masterclass-syllabus/deck2/index.html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Four types of movement, four parts of you.
Original dimensions: 1280 × 720 pixels.
User-shared shortlist reference. Round 9. Original: https://gitteromri-ux.github.io/lla-masterclass-syllabus/backup-deck/round-9/index.html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Four types of movement, four parts of you.
Original dimensions: 1280 × 720 pixels.
User-shared shortlist reference. Round 8 : Last version. Original: https://gitteromri-ux.github.io/lla-masterclass-syllabus/backup-deck/index.html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Four types of movement, four parts of you.
Original dimensions: 1280 × 720 pixels.
User-shared shortlist reference. Round 7 · last. Original: https://gitteromri-ux.github.io/lla-masterclass-syllabus/backup-deck/rounds/r7/last-19.jpg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Movement week
Original dimensions: 1920 × 1080 pixels.
User-shared shortlist reference. Claude B · Protocol. Original: https://claude.ai/artifact/JWRnnvBCWXs5cdCwsGGdMb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My weekly longevity protocol looks like this.
Original dimensions: 1600 × 900 pixels.
User-shared shortlist reference. Deck 2 · v2.2 · dark. Original: https://gitteromri-ux.github.io/lla-masterclass-syllabus/deck2/index.html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My weekly longevity protocol looks like this.
Original dimensions: 1600 × 900 pixels.
User-shared shortlist reference. Deck 2 · v2.2 · light. Original: https://gitteromri-ux.github.io/lla-masterclass-syllabus/deck2/index.html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Three strength. Two zone 2. One sprint. 8,000 steps.
Original dimensions: 1920 × 1080 pixels.
User-shared shortlist reference. Round 5 · v2. Original: https://gitteromri-ux.github.io/lla-masterclass-syllabus/backup-deck/rounds/r5/v2-13.jpg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What my week looks like.
Original dimensions: 1920 × 1080 pixels.
User-shared shortlist reference. Original deck · dark. Original: https://gitteromri-ux.github.io/lla-masterclass-syllabus/deck/index.html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The layer people skip.
Original dimensions: 1920 × 1080 pixels.
User-shared shortlist reference. Claude A · Dark. Original: https://claude.ai/artifact/DMx1Uj3YCvVhtDEXAcJRZc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Stress
Original dimensions: 1920 × 1080 pixels.
User-shared shortlist reference. Claude B · Protocol. Original: https://claude.ai/artifact/JWRnnvBCWXs5cdCwsGGdMb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Julie Gibson Clark's Longevity Protocol
Original dimensions: 1920 × 1080 pixels.
User-shared shortlist reference. Claude A · Dark. Original: https://claude.ai/artifact/DMx1Uj3YCvVhtDEXAcJRZc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The protocol
Original dimensions: 1920 × 1080 pixels.
User-shared shortlist reference. Claude B · Protocol. Original: https://claude.ai/artifact/JWRnnvBCWXs5cdCwsGGdMb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Julie Gibson Clark's Longevity Protocol.
Original dimensions: 1600 × 900 pixels.
User-shared shortlist reference. Deck 2 · v2.2 · dark. Original: https://gitteromri-ux.github.io/lla-masterclass-syllabus/deck2/index.html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Julie Gibson Clark's Longevity Protocol.
Original dimensions: 1600 × 900 pixels.
User-shared shortlist reference. Deck 2 · v2.2 · light. Original: https://gitteromri-ux.github.io/lla-masterclass-syllabus/deck2/index.html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Julie Gibson Clark's Longevity Protocol.
Original dimensions: 1920 × 1080 pixels.
User-shared shortlist reference. Original deck · dark. Original: https://gitteromri-ux.github.io/lla-masterclass-syllabus/deck/index.html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Julie Gibson Clark's Longevity Protocol.
Original dimensions: 1920 × 1080 pixels.
User-shared shortlist reference. Original deck · light. Original: https://gitteromri-ux.github.io/lla-masterclass-syllabus/deck/index.html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You don’t need a lab. You need a notebook.
Original dimensions: 1280 × 720 pixels.
User-shared shortlist reference. Round 10. Original: https://gitteromri-ux.github.io/lla-masterclass-syllabus/backup-deck/round-10/index.html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Test then buy
Original dimensions: 1920 × 1080 pixels.
User-shared shortlist reference. Claude B · Protocol. Original: https://claude.ai/artifact/JWRnnvBCWXs5cdCwsGGdMb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That’s the cake.
Original dimensions: 1280 × 720 pixels.
User-shared shortlist reference. Round 9. Original: https://gitteromri-ux.github.io/lla-masterclass-syllabus/backup-deck/round-9/index.html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That's the cake.
Original dimensions: 1280 × 720 pixels.
User-shared shortlist reference. Round 7 · last. Original: https://gitteromri-ux.github.io/lla-masterclass-syllabus/backup-deck/rounds/r7/last-27.jpg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Healthspan to match lifespan.
Original dimensions: 1280 × 720 pixels.
User-shared shortlist reference. Round 7 · last. Original: https://gitteromri-ux.github.io/lla-masterclass-syllabus/backup-deck/rounds/r7/last-28.jpg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Why. Intention. Resources.
Original dimensions: 1920 × 1080 pixels.
User-shared shortlist reference. Claude A · Dark. Original: https://claude.ai/artifact/DMx1Uj3YCvVhtDEXAcJRZc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Three questions
Original dimensions: 1920 × 1080 pixels.
User-shared shortlist reference. Claude B · Protocol. Original: https://claude.ai/artifact/JWRnnvBCWXs5cdCwsGGdMb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Why. Intention. Resources.
Original dimensions: 1920 × 1080 pixels.
User-shared shortlist reference. Round 5 · v2. Original: https://gitteromri-ux.github.io/lla-masterclass-syllabus/backup-deck/rounds/r5/v2-17.jpg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Why. Intention. Resources.
Original dimensions: 1920 × 1080 pixels.
User-shared shortlist reference. Round 4 · v2. Original: https://gitteromri-ux.github.io/lla-masterclass-syllabus/backup-deck/rounds/r4/v2-17.jpg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Why. Intention. Resources.
Original dimensions: 1920 × 1080 pixels.
User-shared shortlist reference. Original deck · dark. Original: https://gitteromri-ux.github.io/lla-masterclass-syllabus/deck/index.html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Why. Intention. Resources.
Original dimensions: 1920 × 1080 pixels.
User-shared shortlist reference. Original deck · light. Original: https://gitteromri-ux.github.io/lla-masterclass-syllabus/deck/index.html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2161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85906"/>
            <a:ext cx="18288000" cy="89151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85750"/>
            <a:ext cx="18288000" cy="9715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Longevity Mastercl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Longevity Mastercl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NGEVITY LIFE ACADEMY PRESENTS The Longevity Mastercl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 didn't do this to wi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n years pass. By this test, I age about six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n years pass. By this test, I age about six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te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n years pass. By this test, I age about six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n years pass. By this test, I age about six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n years pass. By this test, I age about six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n years pass. By this test, I age about six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n years pass. By this test, I age about six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n years pass. By this test, I age about six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n years pass. By this test, I age about six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n years pass. By this test, I age about six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speed towards death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ngevity is like a cak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ngevity is like a cak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ngevity is like a cak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ngevity is like a cak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ngevity is like a cak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ngevity is like a cak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ngevity is like a cak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ngevity is like a cak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ngevity is like a cak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ngevity is like a cak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ngevity is like a cak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ot wrong. Not firs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ic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ot wrong. Not firs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ot wrong. Not firs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ot wrong. Not firs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ot wrong. Not firs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ot wrong. Not firs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ot wrong. Not firs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ot wrong. Not firs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nopause therapy is a layer, not icin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nopause therapy is a layer, not icin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nopause therapy is a layer, not icin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nopause therapy is a layer, not icin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ur layers hold up the cak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ee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eep is the repair shif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ame bedtime, every day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uo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“I'll sleep when I die,” said the person aging at twice the normal spe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ake the religion out of your die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one thing every doctor agrees 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one thing every doctor agrees 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ug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one thing every diet agrees 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one thing every diet agrees 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one thing every diet agrees 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one thing every diet agrees 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ame ag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ame 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ame ag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vement portfol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ur types of movement, four parts of you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ur types of movement, four parts of you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ur types of movement, four parts of you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ur types of movement, four parts of you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vement wee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y weekly longevity protocol looks like thi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y weekly longevity protocol looks like thi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ree strength. Two zone 2. One sprint. 8,000 step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at my week looks lik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layer people skip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r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ulie Gibson Clark's Longevity Protoc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protoc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ulie Gibson Clark's Longevity Protoco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ulie Gibson Clark's Longevity Protoco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ulie Gibson Clark's Longevity Protoco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ulie Gibson Clark's Longevity Protoco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ou don’t need a lab. You need a notebook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st then bu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at’s the cak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at's the cak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althspan to match lifespa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y. Intention. Resourc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ree ques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y. Intention. Resourc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y. Intention. Resourc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y. Intention. Resourc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y. Intention. Resourc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92</Slides>
  <Notes>92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Design-references</dc:title>
  <dc:subject>Original design archive. Slides contain preserved artwork; editable HTML source is provided separately.</dc:subject>
  <dc:creator>Longevity Life Academy</dc:creator>
  <cp:lastModifiedBy>Longevity Life Academy</cp:lastModifiedBy>
  <cp:revision>1</cp:revision>
  <dcterms:created xsi:type="dcterms:W3CDTF">2026-10-26T11:08:38Z</dcterms:created>
  <dcterms:modified xsi:type="dcterms:W3CDTF">2026-10-26T11:08:38Z</dcterms:modified>
</cp:coreProperties>
</file>