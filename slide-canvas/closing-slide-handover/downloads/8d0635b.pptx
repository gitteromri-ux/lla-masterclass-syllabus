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c22
Original dimensions: 1920 × 1080 pixels.
Git commit 8d0635b19b0314bc9c849a5af6567988517a0ab7; slide-canvas/closers/frames/c22.jpg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c23
Original dimensions: 1920 × 1080 pixels.
Git commit 8d0635b19b0314bc9c849a5af6567988517a0ab7; slide-canvas/closers/frames/c23.jpg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c24
Original dimensions: 1920 × 1080 pixels.
Git commit 8d0635b19b0314bc9c849a5af6567988517a0ab7; slide-canvas/closers/frames/c24.jpg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c25
Original dimensions: 1920 × 1080 pixels.
Git commit 8d0635b19b0314bc9c849a5af6567988517a0ab7; slide-canvas/closers/frames/c25.jpg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c26
Original dimensions: 1920 × 1080 pixels.
Git commit 8d0635b19b0314bc9c849a5af6567988517a0ab7; slide-canvas/closers/frames/c26.jpg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8d0635b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2026-10-26T11:08:36Z</dcterms:created>
  <dcterms:modified xsi:type="dcterms:W3CDTF">2026-10-26T11:08:36Z</dcterms:modified>
</cp:coreProperties>
</file>